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243B55">
              <a:alpha val="80000"/>
            </a:srgbClr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243B55">
              <a:alpha val="70000"/>
            </a:srgbClr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Session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 ·  BPTT  ·  GRU  ·  LSTM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3017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3017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NLP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Recurrent Neural Network?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7899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process sequential data by maintaining a hidden state that carries information across time steps — giving the network a form of memory.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Equations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 = tanh(W·Sₜ₋₁ + U·Xₜ)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V · Sₜ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Roles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→  shared weight across time (hidden state)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→  weight for input Xₜ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→  weight for output / softmax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417320"/>
            <a:ext cx="411480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3566160"/>
            <a:ext cx="19202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76288" y="3566160"/>
            <a:ext cx="19202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6288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3977640"/>
            <a:ext cx="19202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Prediction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76288" y="3977640"/>
            <a:ext cx="19202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4389120"/>
            <a:ext cx="192024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Unfolded RNN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804672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383280"/>
            <a:ext cx="2715768" cy="1508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832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4564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word, passed through word embedding before entering the RNN.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55848" y="3383280"/>
            <a:ext cx="2715768" cy="1508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33832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584448" y="34564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84448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of the network. Computed from the previous state and current input using tanh.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54496" y="3383280"/>
            <a:ext cx="2715768" cy="1508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54496" y="33832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6483096" y="34564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83096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Vector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4114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when output is needed (ŷ); otherwise the state is passed forward as memory.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Application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512064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2926080" cy="10972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078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417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— single image input, sequence output.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2240280"/>
            <a:ext cx="2926080" cy="10972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2240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313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Classification — full sequence in, single label out.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52160" y="3474720"/>
            <a:ext cx="2926080" cy="10972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347472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547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NER — full sequence in, full sequence out.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uses one-hot encoding + word embeddings before entering the RNN.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(BPTT)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49377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960120"/>
            <a:ext cx="3200400" cy="27432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0120"/>
            <a:ext cx="54864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0515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Eₜ(yₜ, ŷₜ) = −yₜ log ŷₜ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E(y,ŷ) = ΣEₜ(yₜ, ŷₜ)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Logic
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weights W, U, V are shared across all time steps, gradients must be summed across every time step where they contributed.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
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sentence is treated as one training example.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749040"/>
            <a:ext cx="82296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— Gradient Derivations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60520" cy="3749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749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78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∂E/∂W  — Weight shared across time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536192"/>
            <a:ext cx="374904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005840"/>
            <a:ext cx="4023360" cy="3749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005840"/>
            <a:ext cx="54864" cy="3749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001768" y="1078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∂E/∂U  — Input weight gradient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01768" y="1536192"/>
            <a:ext cx="3611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BPTT, gradients are multiplied repeatedly across many time steps. When values are &lt; 1, they shrink exponentially — the network stops learning long-range dependencies.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and LSTM architectures introduce gating mechanisms that allow gradients to flow unchanged over long sequences — solving the vanishing gradient problem.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719072"/>
            <a:ext cx="320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15727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Gated Recurrent Unit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547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 (G_r)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877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Sigmoid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41513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previous state to forget.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402336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4747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3547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 (G_u)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3877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Sigmoid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01768" y="41513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current candidate state to keep.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Equations &amp;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029200" cy="2011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960120"/>
            <a:ext cx="329184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090672"/>
            <a:ext cx="4023360" cy="822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090672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4"/>
          <p:cNvSpPr/>
          <p:nvPr/>
        </p:nvSpPr>
        <p:spPr>
          <a:xfrm>
            <a:off x="658368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G_u = Sigmoid(…)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8368" y="3447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gate: learns what fraction of previous memory to keep.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4005072"/>
            <a:ext cx="4023360" cy="822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4005072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658368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 = Sigmoid(…)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58368" y="43616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gate: controls how much previous state influences the candidate.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00600" y="3090672"/>
            <a:ext cx="4023360" cy="822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3090672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5001768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c̃⁽ᵗ⁾ = tanh(…)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01768" y="3447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hidden state: new information from input + filtered prev state.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00600" y="4005072"/>
            <a:ext cx="4023360" cy="822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4005072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5001768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c⁽ᵗ⁾ = (1−G_u)⊙c⁽ᵗ⁻¹⁾ + G_u⊙c̃⁽ᵗ⁾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01768" y="43616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state: blend of old memory and new candidate.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Long Short-Term Memory (1997)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297680"/>
            <a:ext cx="2715768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315968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 G_f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remove from cell state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55848" y="4297680"/>
            <a:ext cx="2715768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5848" y="4315968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 G_u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55848" y="457200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info to write to cell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54496" y="4297680"/>
            <a:ext cx="2715768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4315968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 G_o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54496" y="457200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output from cell state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GRU vs LSTM —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71576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715768" cy="3291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carries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 W, U, 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Suffers from vanishing gradient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on long sequences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005840"/>
            <a:ext cx="271576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100584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55848" y="1508760"/>
            <a:ext cx="2715768" cy="329184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gates: Reset &amp; Update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than LSTM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speed/accuracy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vanishing gradient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005840"/>
            <a:ext cx="2715768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00584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4496" y="1508760"/>
            <a:ext cx="2715768" cy="32918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91656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gates: Forget/Update/Output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cell state + hidden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long-term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 1997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parameters, more powerful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243B55">
              <a:alpha val="80000"/>
            </a:srgbClr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3619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sequences by maintaining hidden state across time steps.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5798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gradients backward through unrolled time steps, summing over shared weights.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7977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vanilla RNN performance on long sequences.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015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Reset &amp; Update gates to selectively retain or discard information.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23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three gates and a cell state to achieve powerful long-term memory (1997).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Session 3  ·  Recurrent Neural Networks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RNN, GRU &amp; LSTM - NLP Session 3</dc:title>
  <dc:subject>PptxGenJS Presentation</dc:subject>
  <dc:creator>PptxGenJS</dc:creator>
  <cp:lastModifiedBy>PptxGenJS</cp:lastModifiedBy>
  <cp:revision>1</cp:revision>
  <dcterms:created xsi:type="dcterms:W3CDTF">2026-05-05T18:18:40Z</dcterms:created>
  <dcterms:modified xsi:type="dcterms:W3CDTF">2026-05-05T18:18:40Z</dcterms:modified>
</cp:coreProperties>
</file>